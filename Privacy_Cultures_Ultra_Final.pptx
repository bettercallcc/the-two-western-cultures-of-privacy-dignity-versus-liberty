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0F172A"/>
                </a:solidFill>
              </a:defRPr>
            </a:pPr>
            <a:r>
              <a:t>兩大西方隱私文化：尊嚴對抗自由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1">
                <a:solidFill>
                  <a:srgbClr val="3B82F6"/>
                </a:solidFill>
              </a:defRPr>
            </a:pPr>
            <a:r>
              <a:t>The Two Western Cultures of Privacy: Dignity Versus Liberty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6704" y="4114800"/>
            <a:ext cx="54864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64748B"/>
                </a:solidFill>
              </a:defRPr>
            </a:pPr>
            <a:r>
              <a:t>學術深度研析與法律哲學專題報告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課程目錄 / 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大西洋兩岸的衝突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尊嚴對抗自由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歐洲尊嚴傳統：向上平權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80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法國隱私法規的興起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德國隱私法規的興起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0574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當代歐陸法律：一般人的公眾形象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0" y="28803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當代歐陸法律：言論自由與公開裸露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703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重審華倫與布蘭迪斯</a:t>
            </a:r>
          </a:p>
        </p:txBody>
      </p:sp>
      <p:sp>
        <p:nvSpPr>
          <p:cNvPr id="28" name="Oval 27"/>
          <p:cNvSpPr/>
          <p:nvPr/>
        </p:nvSpPr>
        <p:spPr>
          <a:xfrm>
            <a:off x="5760720" y="45262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美國傳統：保護家庭的神聖性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3492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</a:defRPr>
            </a:pPr>
            <a:r>
              <a:t>結論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1: 大西洋兩岸的衝突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A TRANSATLANTIC CLASH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本章探討隱私權作為普世價值但在各國定義與直覺上的巨大分歧。作者批判了單純依賴「直覺主義」論證隱私權的做法，指出法律應建立在深層文化結構而非瞬時情緒上。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隱私權的定義困境：Judith Jarvis Thomson 指出隱私是一個『滑溜』的概念，缺乏統一的核心定義。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歷史演進：以以弗所遺址為例，說明兩千年前的集體社交如廁，對比現代人的極致隱私感，證明隱私邊界隨文明移動。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跨大西洋衝突：1990 年代美歐數據保護摩擦， Safe Harbor 協議僅暫時掩蓋了「尊嚴與自由」誰優先的根本矛盾。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案例衝突：歐洲人對美國信用報告 (Credit Reporting) 能讓私人存取個人財務史感到憤怒與不解。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美國視歐陸為全面監控：德國的警察登記制度與電信監聽率高出美國百倍，被視為對自由的終結。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直覺主義的侷限性：單純呼籲讀者「想像隱私被侵犯的可怕」不足以建立法律標準，因為各國感到「可怕」的事物截然不同。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A TRANSATLANTIC CLASH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“In every corner of the Western world, writers proclaim 'privacy' as a supremely important human good, somehow at the core of what makes life worth living.”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「在西方世界的每個角落，學者們都宣稱『隱私』是一項極其重要的人類福祉，是生命價值的核心。」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“Not every author is as skeptical as Thomson, but many feel obliged to concede that privacy is an unusually slippery concept.”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「並非所有作者都像湯姆森那樣懷疑，但許多人被迫承認隱私是一個異常滑溜的概念。」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A TRANSATLANTIC CLASH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Monica Lewinsky investigation led many Europeans to the conclusion that Americans do not understand privacy at all.”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「莫妮卡·陸文斯基的調查案，讓許多歐洲人得出結論：美國人根本不懂隱私。」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“What kind of 'privacy' is there where people prance around naked while allowing the state to keep tabs on their whereabouts?”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「當一個人能在公眾場合赤條條地走動，卻容許國家隨時監管其行蹤時，這算哪門子的隱私？」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2: 尊嚴對抗自由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DIGNITY VERSUS LIBERTY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確立全書理論架構：區分歐陸的「尊嚴」(Dignity) 範式與美國的「自由」(Liberty) 範式。這不僅是法律條文的不同，更是兩種互斥的引力軌道。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歐陸核心 (Dignity)：保護個人對其公眾形象 (Image) 與名譽 (Reputation) 的控制權。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美國核心 (Liberty)：捍衛個人主權不受州/政府 (State) 的物理侵入 (Intrusion)。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主要威脅者：歐陸法防範「媒體 (Media)」的羞辱感；美國法防範「警察 (Police)」的破門而入。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人格感 (Personhood) 的來源：歐洲人從社會對其尊嚴的認可獲得；美國人從家宅堡壘內的獨立自治獲得。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案例分析：莫妮卡案中，歐洲人視媒體揭露為酷刑；美國人（如肯尼迪大法官）則試圖在自由中揉入尊嚴觀。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相對差異而非絕對：兩邊皆有對方影子，但重力偏向決定了最終司法走向。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DIGNITY VERSUS LIBERTY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“Continental privacy protections are, at their core, a form of protection of a right to respect and personal dignity.”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「歐陸隱私保護的核心，是對尊重權與個人尊嚴的保護形式。」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“American right to privacy still takes the form of the right to freedom from intrusions by the state, especially in one's own home.”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「美國隱私權形式上仍是為了不受國家入侵的自由，特別是在一個人的家宅內。」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DIGNITY VERSUS LIBERTY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“American privacy law is a body caught in the gravitational orbit of liberty values, while European law is caught in the orbit of dignity.”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「美國隱私法像是處於自由價值軌道中，而歐洲法律則受尊嚴引力牽引。」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“A New World in which it seems fundamentally important to preserve the home as a citadel of individual sovereignty.”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「在（美國）新世界，捍衛家宅作為個人主權的堡壘被視為重中之重。」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3: 歐洲尊嚴傳統：向上平權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THE EUROPEAN TRADITION OF DIGNITY: LEVELING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追溯尊嚴文化的社會史。主張現代隱私權是將昔日貴族專屬的「榮譽感」普及化，實現一種「人人皆為主人」的法學平權理想。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向上平權 (Leveling Up)：將高階社會階層的「不容侵犯性」推展至普通公民與弱勢群體。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侮辱法 (Insult Law) 的轉型：繼承自決鬥文化，將名譽侵害視為比實體傷害更嚴重的過犯。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受刑人尊嚴：歐陸法律致力於保證囚犯也享有如伏爾泰般的「體面囚居」，避免人格的徹底貶損。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職場莫比效應 (Mobbing)：禁止上司利用言語或分配卑微工作來羞辱下屬，這在美式法律中較難構成訴因。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歷史弔詭：納粹時期亦曾利用「民族同胞榮譽」推動此種平權感，其後遺症形塑了當代德國的尊嚴意識。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總結：歐洲隱私權實質上是高度民主化的「名流特權」。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THE EUROPEAN TRADITION OF DIGNITY: LEVELING UP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promise of modern continental society is that 'you shall all be masters!'”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「現代歐陸社會的承諾是：『你們都將成為主人！』」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“Everybody is protected against disrespect, through the continental law of 'insult,' protecting 'personal honor.'”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「每個人都受到歐陸『侮辱法』的保護，以捍衛其『個人榮譽』。」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THE EUROPEAN TRADITION OF DIGNITY: LEVELING UP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“Germany and France have been the theater of a leveling up, an extension of high-status norms throughout the population.”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「德、法兩國是『向上平權』的劇院，使高階階層的規範擴展至全體人口。」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“Continental privacy protections offer perhaps the paradigmatic example of high-status norms generalized to the wider population.”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「歐陸隱私保護可說是將高階階層規範普及化最典型的案例。」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4: 法國隱私法規的興起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THE RISE OF FRENCH PRIVACY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分析法國如何以「築牆隔離」(Walled-off) 為隱私意象。探討大革命後，法國法律如何試圖在自由出版與保護私人平安間取得平衡。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1791 憲法的雙面性：在釋放新聞自由的同時，明定禁止侵犯「受尊重的私生活」。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羅耶·科拉爾 (Royer-Collard)：確立「私生活必須被築牆隔離」的名言，將隱私置於公共辯論之外。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大仲馬案 (1867)：法院介入銷毀與女演員的不雅照，裁定尊嚴不可作為商品售賣。 (Inalienable Dignity)。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肖像權發展：從臨終照片到藝術名家 Ingres 的模特兒案，展示肖像權如何約束財產權。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1868 法律：首次以成文法形式將「揭露私人事實」列為犯罪行為，確立了嚴苛的保護標準。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結論：法國法中，隱私是個人主權在公眾目光前建立的一道城防。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THE RISE OF FRENCH PRIVACY LAW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“Royer-Collard gave a famous speech warning that private life had to be 'walled off' against the danger of insult.”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「羅耶·科拉爾曾發表著名演說，警告私生活必須『築牆隔離』以備防範侮辱。」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court held that he had a privacy right, which qualified the absolute claims of the law of property.”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「法院裁定他擁有隱私權，這削弱了財產權法的絕對主張。」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THE RISE OF FRENCH PRIVACY LAW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“One's image was not a market commodity that could simply be definitively sold.”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「一個人的肖像是不能被隨便賣斷的市場商品。」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“Social norms consist in the respect owed to the inviolability of the domestic hearth.”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「社會規範在於對家庭爐邊不可侵犯性的尊重。」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5: 德國隱私法規的興起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THE RISE OF GERMAN PRIVACY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德國人格權法是法學精湛技巧的展現。探討從羅馬法中的侮辱（Injuria）演化到保護核心精神利益（Inner Space）的過程。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法哲學基礎：強調個人「內在空間」(Inner Space) 的自由發展，而非僅是空間上的獨處。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耶林 (Jhering) 的突破：將損害賠償從「基於金錢物質」擴展到「基於非物質榮譽感」。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1907 肖像權法：起源於對俾斯麥死床照片的法律禁止，確立了對公眾人物後代的保護。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納粹法律與人格權：帕蘭特 (Palandt) 將人格權解釋為對「民族戰友」的榮譽背書，揭示了極權統治下的榮譽操作。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戰後重構：1949 基本法明確將人格權與人性尊嚴綁定，使其成為防範國家與社會的最終防盾。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結論：德國法中的隱私是靈魂的護罩。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THE RISE OF GERMAN PRIVACY LAW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German law of personality is a law of freedom—the law of the Inner Space.”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「德國人格權法是一套自由之法——即『內在空間』之法。」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history of the culture of dignity begins long before the postwar period. It begins in the 18th century.”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「尊嚴文化的歷史早在戰後初期前就已開始。它始於 18 世紀。」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THE RISE OF GERMAN PRIVACY LAW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“Nazism committed to the protection of personality... as a way to pride themselves on their 'honor'.”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「納粹致力於人格保護……以此作為（讓德意志人）為其榮譽自豪的手段。」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“Postwar law: Article II guarantees that every person has the right to free development of his personality.”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「戰後法律：第二條確保每個人都有權自由發展其人格。」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6: 當代歐陸法律：一般人的公眾形象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CONTEMPORARY CONTINENTAL LAW: PUBLIC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將尊嚴原則套用於數據、信貸與職場。分析歐陸為何願意犧牲消費者效率，也要確保個人數據不被商品化或透明化。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信用報告爭議：法、德法律拒絕讓私人商家無限制存取個人完整的還款歷史，視其為財務尊嚴的剝奪。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Schufa 系統：德國雖由私部門運作，但強調個案權衡與知情同意之嚴格性。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歐盟監管警察：1995 隱私指令對外強推隱私標準，反映了歐盟作為「尊嚴價值守護者」的角色。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職場隱私保障：法國法院認為檢查員工購物收據是「對榮譽的猜疑侵犯」，禁止全方位的監視行為。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電子郵件權：保障員工工作電郵的私密性，反對美國那種「雇主即主宰」的邏輯。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結論：在歐洲，你首先是一個人、一個尊嚴載體，其次才是消費者。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CONTEMPORARY CONTINENTAL LAW: PUBLIC IMAGE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“European credit reporting is the direct descendant of the old European law of bankruptcy: it stigmatizes default, not solvent buying habits.”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「歐洲信用報告是舊破產法的後代：它標記違約，而非監視正常消費習慣。」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“Consumers need more than credit. They need dignity.”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「消費者需要的超出的信用；他們需要尊嚴。」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CONTEMPORARY CONTINENTAL LAW: PUBLIC IMAGE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“One can freely dispose of one's liberty, but one can never be permitted to freely dispose of one's dignity.”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「人可以讓予自由，但絕對不被准許讓予尊嚴。」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“Treating workers with that sort of suspiciousness was regarded by the court as a violation of their expectation to be treated as honorable persons.”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「以那樣多疑的方式對待勞工，被法院視為違反了其作為體面人的合理預期。」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7: 當代歐陸法律：言論自由與公開裸露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FREE EXPRESSION AND PUBLIC NUDITY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當尊嚴撞上自由演講與社會常規。以奧立佛·西波爾案對比歐陸肖像權，揭示了對於「公眾人物」定義的根本衝突。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西波爾案 (Sipple Case)：美國法院判定救命恩人的私人性向具備新聞性，導致其毀滅；歐陸法院絕對禁止此種資訊披露。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公開場合的私密：法國法院曾判定，參加同志遊行並不意味著授予媒體全權發表該照片的權利。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裸體禮儀：德國法律保障公開裸露者的尊嚴。赤身露體不代表放棄「肖像權」或「被盯視的權利」。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網羅時代的尊嚴：格拉芙 (Steffi Graf) 案，法院要求網路平台對虛構裸體照負起清除責任，強調名聲的不可撤回性。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結論：在歐洲，肖像權是神聖不可讓與的，不因當事人進入公共空間而消失。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FREE EXPRESSION AND PUBLIC NUDITY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differences are most striking, and most categorical, where the values of free speech are involved.”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「在言論自由價值介入之處，雙方的差異最為顯著且絕對。」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“Freedom of expression is a value of constitutional magnitude in the U.S., whereas the protection of personal honor is not.”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「身在美國，言論自由是憲法級別的價值，而榮譽保護則不然。」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FREE EXPRESSION AND PUBLIC NUDITY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“There is a tension between the worldview of a Goethe and the worldview of a Jefferson.”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「在歌德（人格論）與傑佛遜（自由論）的世界觀之間存在著張力。」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“Taking off all your clothes, even in a public park, does not constitute a surrender of your privacy.”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「在公園脫衣（即使公開）並不構成隱私的棄絕。」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8: 重審華倫與布蘭迪斯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WARREN AND BRANDEIS REVISITED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批判性回顧美國隱私權最著名的文獻。認為其是一個「失敗的歐陸移植」，解析為何尊嚴觀在美國法律中逐漸萎縮為金錢利益。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名流焦慮：華倫與布蘭迪斯試圖引進歐陸「侮辱法」理念，保護波士頓貴族社會免受流言侵擾。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法理斷層：美國法律免疫系統拒絕接受「榮譽感」作為訴權，將隱私扭曲為「對房地產侵入」的延伸。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商業化變體：美國法演化出的「公開權」(Right of Publicity) 本質上是保護財產，而非保護尊嚴，容許個人出賣甚至羞辱自己的形象。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免責趨勢：美國法院在 Sidis 等案中，逐漸以「公眾利益」吞噬隱私保護，使隱私淪為無牙的老虎。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結論：華倫與布蘭迪斯未能成功在美國土壤種下歐洲的尊重之樹。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WARREN AND BRANDEIS REVISITED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“Think of the Warren and Brandeis tort not as a great innovation, but as an unsuccessful continental transplant.”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「別把華倫與布蘭迪斯侵權論看作偉大創新，而是一次失敗的歐陸移植。」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protection of 'personal honor' did not exist in America.”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「對『個人榮譽』的保護在美國並不存在。」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WARREN AND BRANDEIS REVISITED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American resistance has always been founded on two values: the free press and the free market.”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「美國的反抗始終植根於兩大價值：媒體自由與市場自由。」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American interest in one's 'publicity' is an interest in one's property, not in one's honor.”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「美國人對『公開權』的興趣在於其財產性，而非榮譽性。」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9: 美國傳統：保護家庭的神聖性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THE AMERICAN TRADITION: SANCTITY OF THE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美國隱私權的真諦：空間自由。分析第四修正案如何建立一套「反國家、反警察」的隱私防守體系。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家宅神聖性 (Boyd v. United States)：隱私不僅是不被看見，而是對這塊獨立王國主權的絕對宣示。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獨處權 (Right to be let alone)：布蘭迪斯法官將早期的人格權理想，成功轉型為對抗政府科技監控的憲政防線。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反對監控文化：美國人強烈反對全國身分證與居住登記，視其為警察權對個人堡壘的無禮挑釁。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物理牆壁的衰退：一旦跨出家門進入公共空間，美國法便認為隱私保護已大幅瓦解 (合理期待測試)。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結論：美國法律將隱私視為保護「不被穿制服的人騷擾」的生存權。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THE AMERICAN TRADITION: SANCTITY OF THE HOME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“What matters in America is liberty against the state within the privacy of one's home.”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「在美國，這關乎於在家宅隱私中防範國家的自由。」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makers of our Constitution conferred the right to be let alone—the most comprehensive of rights.”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「憲法制定者賦予了獨處權——這是最全面性的權利。」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THE AMERICAN TRADITION: SANCTITY OF THE HOME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“Privacy always tends to imagine the home as the primary defense, and the state as the primary enemy.”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「隱私法傾向將家庭視為首要防線，將國家視為首要敵人。」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“It is thus a right that inheres in us as free and sovereign political actors, masters in our own houses.”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「這是我們作為主權行動者與自己家屋的主人所固有的權利。」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F172A"/>
                </a:solidFill>
              </a:defRPr>
            </a:pPr>
            <a:r>
              <a:t>Chapter 10: 結論</a:t>
            </a:r>
          </a:p>
          <a:p>
            <a:pPr>
              <a:defRPr sz="1800" i="1">
                <a:solidFill>
                  <a:srgbClr val="3B82F6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【學術導讀 / Abstract】</a:t>
            </a:r>
          </a:p>
          <a:p>
            <a:br/>
            <a:pPr>
              <a:lnSpc>
                <a:spcPct val="130000"/>
              </a:lnSpc>
              <a:defRPr sz="1800"/>
            </a:pPr>
            <a:r>
              <a:t>總結兩種法律引力場的共存與衝突。警告法律如果不體現社會核心承諾，將失去其作為正義工具的靈魂。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【法學核心論證與爭點深度解析】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法律的主觀性：法律不只是純粹邏輯，更是地方民族焦慮與政治理想的具象化。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不可全球化：美、法、德等國的隱私衝突並非落後與先進之分，而是「自由」與「尊嚴」的不同根基。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未來的挑戰：在全球化的數位世界中，這兩套軌道的摩擦將日益劇烈且難以彌合。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對讀者的啟示：我們是在追求做一個自由的流浪者，還是追求做一個受尊重的社會成員？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結論：隱私權是文明對其核心價值——自由或榮譽——的最後宣誓。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CONCLUSION | Bilingual Deep Dive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real choice is between social traditions strongly oriented toward liberty and those oriented toward dignity.”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「真正的決擇是在偏重自由與偏重尊嚴的社會傳統之間。」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 law will not work as law unless it seems to people to embody the basic commitments of their society.”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「除非法能體現社會的基本承諾，否則其難以有效地運作。」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4748B"/>
                </a:solidFill>
              </a:defRPr>
            </a:pPr>
            <a:r>
              <a:t>CONCLUSION | Bilingual Deep Dive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“There is no such thing as privacy as such. The battle will have to be fought over more fundamental values.”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「並不存在所謂純粹的隱私。這場戰鬥必須在更根本的價值層面上展開。」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3B82F6"/>
                </a:solidFill>
              </a:defRPr>
            </a:pPr>
            <a:r>
              <a:t>“Law is not the product of logic... It is the product of local social anxieties and local ideals.”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「法並非邏輯的產物……它是地方社會焦慮與理想的產物。」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0F172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4748B"/>
                </a:solidFill>
              </a:defRPr>
            </a:pPr>
            <a:r>
              <a:t>法律專題研析專案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